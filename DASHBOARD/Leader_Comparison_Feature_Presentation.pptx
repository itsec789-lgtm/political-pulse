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97112" cy="46634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0"/>
          <a:lstStyle/>
          <a:p>
            <a:pPr algn="ctr">
              <a:spcAft>
                <a:spcPts val="1400"/>
              </a:spcAft>
              <a:defRPr sz="1200" b="1">
                <a:solidFill>
                  <a:srgbClr val="FF5722"/>
                </a:solidFill>
                <a:latin typeface="Arial"/>
              </a:defRPr>
            </a:pPr>
            <a:r>
              <a:t>NEW FEATURE INTELLIGENCE BRIEF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Leader Comparison Feature</a:t>
            </a:r>
          </a:p>
          <a:p>
            <a:pPr>
              <a:spcAft>
                <a:spcPts val="30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Group ke top leaders ki side-by-side performance, reach aur 8-sentiment breakdown ko ek single screen par monitor karne ka automated intelligence tool.</a:t>
            </a:r>
          </a:p>
          <a:p>
            <a:pPr>
              <a:defRPr sz="1200" b="1">
                <a:solidFill>
                  <a:srgbClr val="FF8A65"/>
                </a:solidFill>
                <a:latin typeface="Arial"/>
              </a:defRPr>
            </a:pPr>
            <a:r>
              <a:t>Module: Narrative Groups   |   Source: Live MongoDB (2.81M Tweets)   |   Speed: ~64.7ms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Arial"/>
              </a:defRPr>
            </a:pPr>
            <a:r>
              <a:t>01 · WHY WE BUILT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Kyun Zaroorat Padi? (The Core Problem)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Pehle Narrative Groups me sirf overall group total tha. Individual leaders ka stance dekhna mushkil tha.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28416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FF5722"/>
                </a:solidFill>
                <a:latin typeface="Arial"/>
              </a:defRPr>
            </a:pPr>
            <a:r>
              <a:t>PROBLEM 01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No Side-by-Side View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Agar dekhna ho ki CJP ya Creators Hub me kaun sa leader lead kar raha hai, to har leader ka page alag-alag kholna padta tha.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103120"/>
            <a:ext cx="3328416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FF5722"/>
                </a:solidFill>
                <a:latin typeface="Arial"/>
              </a:defRPr>
            </a:pPr>
            <a:r>
              <a:t>PROBLEM 02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Blind Sentiment Stance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Ye pata nahi chalta tha ki Anti-Govt ya Pro-BJP narrative me kis leader ka sabse bada haath hai aur kiski reach sabse zyada 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2103120"/>
            <a:ext cx="3328416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FF5722"/>
                </a:solidFill>
                <a:latin typeface="Arial"/>
              </a:defRPr>
            </a:pPr>
            <a:r>
              <a:t>THE SOLUTION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1-Click Leader Comparison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Sub-tab click karte hi group ke sabhi key leaders ki trajectory, volume, views aur sentiment breakdown ek screen par aa jaata hai.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Arial"/>
              </a:defRPr>
            </a:pPr>
            <a:r>
              <a:t>02 ·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Kya Karta Hai? (Point-to-Point Capabilities)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Screen par aate hi 4 major analytical insights clear ho jaate hain: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200"/>
              </a:spcAft>
              <a:defRPr sz="1000" b="1">
                <a:solidFill>
                  <a:srgbClr val="FF5722"/>
                </a:solidFill>
                <a:latin typeface="Arial"/>
              </a:defRPr>
            </a:pPr>
            <a:r>
              <a:t>CAPABILITY 01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Multi-Line Trajectory Graph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Har leader ka timeline curve ek sath chalta hai. Peak point par us leader ka circular photo badge dikhta hai (zero overlap ke saath).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03120"/>
            <a:ext cx="246888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200"/>
              </a:spcAft>
              <a:defRPr sz="1000" b="1">
                <a:solidFill>
                  <a:srgbClr val="FF5722"/>
                </a:solidFill>
                <a:latin typeface="Arial"/>
              </a:defRPr>
            </a:pPr>
            <a:r>
              <a:t>CAPABILITY 02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8 Sentiments Filter Dropdown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Anti-Govt, Anti-BJP, Pro-Govt, Positive, Neutral jaise 8 sentiments me se jo select karo, poora graph usi sentiment par switch ho jaata 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246888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200"/>
              </a:spcAft>
              <a:defRPr sz="1000" b="1">
                <a:solidFill>
                  <a:srgbClr val="FF5722"/>
                </a:solidFill>
                <a:latin typeface="Arial"/>
              </a:defRPr>
            </a:pPr>
            <a:r>
              <a:t>CAPABILITY 03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Contribution Share (Donut)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Group ke total output me kis leader ka kitna % share hai (e.g. Leader A: 38%, Leader B: 31%) wo donut chart se instantly dikhta hai.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103120"/>
            <a:ext cx="246888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200"/>
              </a:spcAft>
              <a:defRPr sz="1000" b="1">
                <a:solidFill>
                  <a:srgbClr val="FF5722"/>
                </a:solidFill>
                <a:latin typeface="Arial"/>
              </a:defRPr>
            </a:pPr>
            <a:r>
              <a:t>CAPABILITY 04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Detailed Leader Metrics Table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Har leader ke exact Tweets, Likes, Reposts, Views aur Engagement Rate (ER %) ka clear comparative tabular record milta hai.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Arial"/>
              </a:defRPr>
            </a:pPr>
            <a:r>
              <a:t>03 · 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Ye Kaise Work Karta Hai? (Simple 4-Step Process)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Manager ya analyst ke liye workflow extremely simple aur fast hai: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200"/>
              </a:spcAft>
              <a:defRPr sz="1000" b="1">
                <a:solidFill>
                  <a:srgbClr val="FF5722"/>
                </a:solidFill>
                <a:latin typeface="Arial"/>
              </a:defRPr>
            </a:pPr>
            <a:r>
              <a:t>STEP 01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Select Any Group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Narrative Groups tab me jakar koi bhi group chunein (jaise Cockroach Janta Party, Creators Hub, ya Media).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03120"/>
            <a:ext cx="246888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200"/>
              </a:spcAft>
              <a:defRPr sz="1000" b="1">
                <a:solidFill>
                  <a:srgbClr val="FF5722"/>
                </a:solidFill>
                <a:latin typeface="Arial"/>
              </a:defRPr>
            </a:pPr>
            <a:r>
              <a:t>STEP 02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Click 'Leader Comparison'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Top sub-navigation bar me 'Leader Comparison' button dabayein — comparative workspace instantly load hota 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246888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200"/>
              </a:spcAft>
              <a:defRPr sz="1000" b="1">
                <a:solidFill>
                  <a:srgbClr val="FF5722"/>
                </a:solidFill>
                <a:latin typeface="Arial"/>
              </a:defRPr>
            </a:pPr>
            <a:r>
              <a:t>STEP 03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Pick Sentiment &amp; Metric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Dropdown se Sentiment chunein (e.g. Anti-Govt) aur Metric pill dabayein (Tweets / Likes / Reposts / Views).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103120"/>
            <a:ext cx="246888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spcAft>
                <a:spcPts val="1200"/>
              </a:spcAft>
              <a:defRPr sz="1000" b="1">
                <a:solidFill>
                  <a:srgbClr val="FF5722"/>
                </a:solidFill>
                <a:latin typeface="Arial"/>
              </a:defRPr>
            </a:pPr>
            <a:r>
              <a:t>STEP 04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Dynamic Analysis &amp; Export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Graph dynamically recalculate ho jata hai, zero lag ke saath presentation-ready visual report saamne aa jaati hai.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722"/>
                </a:solidFill>
                <a:latin typeface="Arial"/>
              </a:defRPr>
            </a:pPr>
            <a:r>
              <a:t>04 · TECHNICAL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Speed, Data &amp; Safety (Manager Guarantees)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Management ke technical aur stability concerns ka 100% verified solution: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28416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FF5722"/>
                </a:solidFill>
                <a:latin typeface="Arial"/>
              </a:defRPr>
            </a:pPr>
            <a:r>
              <a:t>DATA ACCURACY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100% Live MongoDB Data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Koi static ya hardcoded dummy data nahi hai. 'pulse_master.master_tweets' (2.81M records) se direct aggregate hota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103120"/>
            <a:ext cx="3328416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FF5722"/>
                </a:solidFill>
                <a:latin typeface="Arial"/>
              </a:defRPr>
            </a:pPr>
            <a:r>
              <a:t>PERFORMANCE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⚡ 64.7ms Query Latency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Compound index { Handle: 1, 'Tweet Date': -1, Sentiment: 1 } ki wajah se instant load hota hai, server par zero load 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2103120"/>
            <a:ext cx="3328416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FF5722"/>
                </a:solidFill>
                <a:latin typeface="Arial"/>
              </a:defRPr>
            </a:pPr>
            <a:r>
              <a:t>SAFETY ISOLATION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Zero Production Impact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Ye feature strictly Narrative Groups sub-tab me isolated hai. Top Leaders, CM/DCM ya Sentiment tab ko 1% bhi affect nahi karega.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